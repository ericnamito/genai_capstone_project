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Marcellus"/>
      <p:regular r:id="rId201314"/>
    </p:embeddedFont>
    <p:embeddedFont>
      <p:font typeface="Montserrat Thin"/>
      <p:regular r:id="rId201315"/>
    </p:embeddedFont>
    <p:embeddedFont>
      <p:font typeface="Montserrat"/>
      <p:regular r:id="rId201316"/>
    </p:embeddedFont>
    <p:embeddedFont>
      <p:font typeface="Montserrat SemiBold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  <p:embeddedFont>
      <p:font typeface="Montserrat Light"/>
      <p:regular r:id="rId201320"/>
    </p:embeddedFont>
    <p:embeddedFont>
      <p:font typeface="Montserrat ExtraLight"/>
      <p:regular r:id="rId201321"/>
    </p:embeddedFont>
    <p:embeddedFont>
      <p:font typeface="Montserrat Medium"/>
      <p:regular r:id="rId201322"/>
    </p:embeddedFont>
    <p:embeddedFont>
      <p:font typeface="Montserrat Extra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599405"/>
            <a:ext cx="2629793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505769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Making Romanian Law Readable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925119" y="2778026"/>
            <a:ext cx="472276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agentic pipeline that transforms dense legal PDFs into plain-language versions — and proves the improvement with objective, NLP-grounded metrics.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490243"/>
            <a:ext cx="517996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Generated in Gamma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599405"/>
            <a:ext cx="2629793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099096"/>
            <a:ext cx="45330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925119" y="1841525"/>
            <a:ext cx="4722763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81165" y="1997571"/>
            <a:ext cx="214714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Opaque Administration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81165" y="2347540"/>
            <a:ext cx="44106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and bureaucratic language remains inaccessible to most citizens, limiting transparency and accountability.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3013844"/>
            <a:ext cx="4722763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1165" y="316989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Civic Education Gap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81165" y="3519860"/>
            <a:ext cx="44106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Increasing civic participation requires that people can actually understand the laws that govern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8142"/>
            <a:ext cx="4983212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the Literature Says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6119" y="1541487"/>
            <a:ext cx="4004965" cy="1642393"/>
          </a:xfrm>
          <a:prstGeom prst="roundRect">
            <a:avLst>
              <a:gd name="adj" fmla="val 3625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1702296"/>
            <a:ext cx="347119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Romanian Legal Simplification Debate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6927" y="2052265"/>
            <a:ext cx="3683347" cy="9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APADOR reports and civil society advocacy for accessible legal language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Official Romanian legislation and transparency initiatives (law nr. 24/2000 &amp; part of national strategy as of December 2025)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41487"/>
            <a:ext cx="4005039" cy="1642393"/>
          </a:xfrm>
          <a:prstGeom prst="roundRect">
            <a:avLst>
              <a:gd name="adj" fmla="val 3625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3651" y="1702296"/>
            <a:ext cx="274952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 Plain Language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3651" y="2052265"/>
            <a:ext cx="3683422" cy="786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Plain Writing Act (2010) and federal plain language standards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Digital.gov principles for accessible government communication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325639"/>
            <a:ext cx="8151763" cy="1089645"/>
          </a:xfrm>
          <a:prstGeom prst="roundRect">
            <a:avLst>
              <a:gd name="adj" fmla="val 5464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927" y="3486448"/>
            <a:ext cx="220213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Romanian NLP Research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927" y="3836417"/>
            <a:ext cx="7830145" cy="418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ReaderBench framework for measuring textual complexity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Studies on writing style evolution and readability metrics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654"/>
            <a:ext cx="45330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Pipeline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97000"/>
            <a:ext cx="8151763" cy="223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8791" y="2404577"/>
            <a:ext cx="1231850" cy="26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Ingest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478791" y="2731012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PDFs and extract clean text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41353" y="2423203"/>
            <a:ext cx="1231850" cy="26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Simplify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141353" y="2749637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1 rewrites using rules file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35284" y="2404577"/>
            <a:ext cx="1231850" cy="26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Measure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35284" y="2731012"/>
            <a:ext cx="1231850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Deterministic code scores readability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13530" y="2246752"/>
            <a:ext cx="1231849" cy="26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Summarize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13530" y="2573186"/>
            <a:ext cx="1231849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2 extracts points; package PDF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3991347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AI agents handle language work; deterministic code handles measurement and rendering — each does what it's reliably good at.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599405"/>
            <a:ext cx="2629793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98649"/>
            <a:ext cx="45330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 Principles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241078"/>
            <a:ext cx="4722763" cy="10400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2127" y="1401887"/>
            <a:ext cx="227290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Trust AI Where It's Good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62127" y="1751856"/>
            <a:ext cx="432494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 rewrite and summarize — tasks suited to language generation.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22922"/>
            <a:ext cx="4722763" cy="10400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62127" y="2583731"/>
            <a:ext cx="3682008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Demand Determinism Where It Matters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162127" y="2933700"/>
            <a:ext cx="432494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 and PDF assembly use code, not agents, for repeatability and trust.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604766"/>
            <a:ext cx="4722763" cy="10400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62127" y="3765575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Build for Honesty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162127" y="4115544"/>
            <a:ext cx="432494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Documented approximations, offline testing, and a legal disclaimer on every output.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6389"/>
            <a:ext cx="6667872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Evaluation: Computational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520577"/>
            <a:ext cx="399395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Findings Across 6 Official Gazettes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6119" y="1927250"/>
            <a:ext cx="3902943" cy="2040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100%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showed reduced lexical entropy — simpler, more repetitive vocabulary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5/6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had shorter sentences; Gazette 282 dropped by 14.6 words on average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 forms of the words used may technically be more complex in their inflected states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Gazette 151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was the only document where every index improved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Gazette 10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was an outlier — simplification increased sentence length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538288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6951"/>
            <a:ext cx="5299844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Evaluation: Human Testing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28849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011859"/>
            <a:ext cx="24951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Study Design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74988" y="2418531"/>
            <a:ext cx="5177582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participants (ages 26–59, Romanian native speakers, varied backgrounds) read both original and simplified documents using two separate evaluation forms.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3113038"/>
            <a:ext cx="24951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Result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4988" y="3519711"/>
            <a:ext cx="517758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about the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simplified version scored slightly higher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those about the original — indicating improved comprehension.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0" y="592782"/>
            <a:ext cx="2638574" cy="39579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14114"/>
            <a:ext cx="4214589" cy="48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Looking Ahead</a:t>
            </a:r>
            <a:endParaRPr lang="en-US" sz="2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083171"/>
            <a:ext cx="261342" cy="2613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5119" y="1495053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Broader Scope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3925119" y="1811536"/>
            <a:ext cx="4722763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documents, larger and more diverse participant samples across regions and education levels.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78869"/>
            <a:ext cx="261342" cy="2613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25119" y="2790751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Deeper NLP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3925119" y="3107234"/>
            <a:ext cx="4722763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Incorporate ReaderBench's LSA and LDA for richer semantic analysis; explore open-source, locally run models.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674566"/>
            <a:ext cx="261342" cy="2613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25119" y="4086448"/>
            <a:ext cx="18786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Interactive Access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3925119" y="4402931"/>
            <a:ext cx="4722763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 dedicated chatbot so users can ask questions about simplified legal documents directly.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593" y="2041922"/>
            <a:ext cx="8608814" cy="1059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6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Thank you!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2026-07-02T12:15:27Z</dcterms:created>
  <dcterms:modified xsi:type="dcterms:W3CDTF">2026-07-02T12:15:27Z</dcterms:modified>
</cp:coreProperties>
</file>